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EAAB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EAAB5"/>
                </a:solidFill>
                <a:latin typeface="Arial"/>
              </a:rPr>
              <a:t>F1-Score por Doença (seleção)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Dengue</c:v>
                  </c:pt>
                  <c:pt idx="1">
                    <c:v>Diabetes</c:v>
                  </c:pt>
                  <c:pt idx="2">
                    <c:v>Pneumonia</c:v>
                  </c:pt>
                  <c:pt idx="3">
                    <c:v>Malária</c:v>
                  </c:pt>
                  <c:pt idx="4">
                    <c:v>Tuberculose</c:v>
                  </c:pt>
                  <c:pt idx="5">
                    <c:v>Inf. Urinária</c:v>
                  </c:pt>
                  <c:pt idx="6">
                    <c:v>Resfriado</c:v>
                  </c:pt>
                  <c:pt idx="7">
                    <c:v>Hepatite B</c:v>
                  </c:pt>
                  <c:pt idx="8">
                    <c:v>Hepatite C</c:v>
                  </c:pt>
                  <c:pt idx="9">
                    <c:v>Hepatite E</c:v>
                  </c:pt>
                  <c:pt idx="10">
                    <c:v>Hepatite D</c:v>
                  </c:pt>
                  <c:pt idx="11">
                    <c:v>Infarto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0.91</c:v>
                </c:pt>
                <c:pt idx="3">
                  <c:v>1</c:v>
                </c:pt>
                <c:pt idx="4">
                  <c:v>0.71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0.89</c:v>
                </c:pt>
                <c:pt idx="9">
                  <c:v>0.62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A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A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A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5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0" y="2103120"/>
            <a:ext cx="3657600" cy="320040"/>
          </a:xfrm>
          <a:prstGeom prst="roundRect">
            <a:avLst>
              <a:gd name="adj" fmla="val 14286"/>
            </a:avLst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Introdução à Inteligência Artificial · UFRN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25420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Triagem Médica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Rede Bayesiana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14400" y="39136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inteligente a partir de sintomas usando raciocínio probabilístico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03920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B5"/>
                </a:solidFill>
              </a:rPr>
              <a:t>1 / 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535"/>
          </a:solidFill>
          <a:ln w="12700">
            <a:solidFill>
              <a:srgbClr val="13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 Contextualização do Problema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03920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B5"/>
                </a:solidFill>
              </a:rPr>
              <a:t>2 /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9326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132588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médica eficiente é um desafio crítico em saúde pública.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projeto é criar um </a:t>
            </a:r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</a:t>
            </a:r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capaz de diagnosticar doenças a partir de sintomas informados pelo usuário, reduzindo a dependência de avaliação presencial em triagens iniciais.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faz </a:t>
            </a:r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estratégicas</a:t>
            </a:r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atualiza suas crenças a cada resposta, convergindo para o diagnóstico mais provável entre </a:t>
            </a:r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doenças</a:t>
            </a:r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sintomas.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89320" y="96012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99669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06640" y="99669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Doenças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196596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00253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406640" y="200253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89320" y="29718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00837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4.920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00837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035040" y="401421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406640" y="4014216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535"/>
          </a:solidFill>
          <a:ln w="12700">
            <a:solidFill>
              <a:srgbClr val="13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IA · Modelagem PEAS e Arquitetura do Agente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503920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B5"/>
                </a:solidFill>
              </a:rPr>
              <a:t>3 /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IA Utilizados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140817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353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Bayesiana (Naive Bayes)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relações causais doença → sintoma com CPTs aprendidas por MLE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" y="223113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176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por Variable Elimination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24505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P(doença | sintomas) propagando evidências pelo grafo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" y="305409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9992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Entropia de Shannon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77240" y="32735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a próxima pergunta que mais reduz a incerteza diagnóstica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" y="387705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8221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Likelihood Estimation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4096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as probabilidades condicionais a partir de 4.920 registros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754880" y="804672"/>
            <a:ext cx="4114800" cy="4114800"/>
          </a:xfrm>
          <a:prstGeom prst="roundRect">
            <a:avLst>
              <a:gd name="adj" fmla="val 2222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98348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PEAS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56048" y="135331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5604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135331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394960" y="1600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do diagnóstico, número de perguntas até convergência, F1-score por doença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956048" y="215798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56048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94960" y="215798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394960" y="24048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com sintomas; base de conhecimento de 41 doenças e 131 sintomas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956048" y="296265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56048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94960" y="296265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394960" y="320954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ao usuário (sim/não) e exibição do diagnóstico com precauções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956048" y="376732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8EAAB5"/>
          </a:solidFill>
          <a:ln w="12700">
            <a:solidFill>
              <a:srgbClr val="8EAAB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56048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394960" y="37673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94960" y="401421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do usuário sobre presença ou ausência de cada sintoma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535"/>
          </a:solidFill>
          <a:ln w="12700">
            <a:solidFill>
              <a:srgbClr val="13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da Implementação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03920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B5"/>
                </a:solidFill>
              </a:rPr>
              <a:t>4 /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8686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Execução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4048" y="1170432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1E3A4A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1704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dataset.csv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819656" y="117043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103120" y="1170432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11704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data_clean.py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38728" y="117043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22192" y="1170432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11704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traduzir_dataset.py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257800" y="117043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41264" y="1170432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41264" y="11704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bayes_structure.py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976872" y="1170432"/>
            <a:ext cx="292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260336" y="1170432"/>
            <a:ext cx="1417320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1E3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60336" y="11704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02_Agent.py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1993392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103120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22960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&amp; Dados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11480" y="2542032"/>
            <a:ext cx="2560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Disease Symptom Prediction (Kaggle)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4.920 registros · 41 doenças · 131 sintomas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Traduzido para português via dicionário curado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binário: 1 coluna por sintoma (0/1)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3246120" y="1993392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03120"/>
            <a:ext cx="347472" cy="34747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94760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Bayesiana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383280" y="2542032"/>
            <a:ext cx="2560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Naive Bayes: Disease → sintomas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 aprendidas por Maximum Likelihood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Inferência: Variable Elimination (pgmpy)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uniforme: P(doença) = 1/41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217920" y="1993392"/>
            <a:ext cx="2834640" cy="2926080"/>
          </a:xfrm>
          <a:prstGeom prst="roundRect">
            <a:avLst>
              <a:gd name="adj" fmla="val 2581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03120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560" y="208483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Interativo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355080" y="2542032"/>
            <a:ext cx="2560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 inicial: lista dos 30 mais frequentes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por entropia de Shannon (ganho de info)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ao atingir 95% de confiança ou 10 perguntas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diagnóstico, descrição e precauções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535"/>
          </a:solidFill>
          <a:ln w="12700">
            <a:solidFill>
              <a:srgbClr val="13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Desempenho e Validação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03920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B5"/>
                </a:solidFill>
              </a:rPr>
              <a:t>5 /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896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74320" y="1554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Geral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74320" y="18105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 casos testados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68880" y="80467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468880" y="896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2468880" y="1554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468880" y="18105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63440" y="80467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663440" y="896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38/41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663440" y="1554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Doenças F1=1.00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63440" y="18105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perfeito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858000" y="804672"/>
            <a:ext cx="2057400" cy="1325880"/>
          </a:xfrm>
          <a:prstGeom prst="roundRect">
            <a:avLst>
              <a:gd name="adj" fmla="val 5517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0" y="89611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858000" y="15544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médias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858000" y="18105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convergência</a:t>
            </a:r>
            <a:endParaRPr lang="en-US" sz="8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74320" y="2267712"/>
          <a:ext cx="85953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535"/>
          </a:solidFill>
          <a:ln w="12700">
            <a:solidFill>
              <a:srgbClr val="13253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Limitações, Dificuldades e Melhorias Futuras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503920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AB5"/>
                </a:solidFill>
              </a:rPr>
              <a:t>6 /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74320" y="804672"/>
            <a:ext cx="2834640" cy="4114800"/>
          </a:xfrm>
          <a:prstGeom prst="roundRect">
            <a:avLst>
              <a:gd name="adj" fmla="val 2581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Limitações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32588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assume independência entre sintomas, o que não é sempre verdade clinicamente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Hepatite D e Infarto com F1 = 0 por sintomas muito similares a outras doenças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 com combinações de sintomas — não reflete casos reais complexos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Descrições das doenças mantidas em inglês no dataset original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29000" y="804672"/>
            <a:ext cx="2834640" cy="4114800"/>
          </a:xfrm>
          <a:prstGeom prst="roundRect">
            <a:avLst>
              <a:gd name="adj" fmla="val 2581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Dificuldades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0" y="132588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Incompatibilidades da versão pgmpy 1.1.2 com APIs antigas — exigiu downgrade para 0.1.25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CPTs com número exponencial de combinações inviabilizou abordagem manual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 estrutura de permutações de sintomas exigiu recálculo da função de probabilidade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manual de 131 sintomas e 41 doenças para português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804672"/>
            <a:ext cx="2286000" cy="4114800"/>
          </a:xfrm>
          <a:prstGeom prst="roundRect">
            <a:avLst>
              <a:gd name="adj" fmla="val 3200"/>
            </a:avLst>
          </a:prstGeom>
          <a:solidFill>
            <a:srgbClr val="132535"/>
          </a:solidFill>
          <a:ln w="12700">
            <a:solidFill>
              <a:srgbClr val="1E3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12280" y="914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Melhorias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2280" y="1325880"/>
            <a:ext cx="1920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com Streamlit para melhor UX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Naive Bayes por rede com dependências entre sintomas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 casos clínicos reais validados por médicos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perfil do paciente (idade, sexo) como variável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online: atualizar probabilidades com novos casos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Triagem Médica — IA</dc:title>
  <dc:subject>PptxGenJS Presentation</dc:subject>
  <dc:creator>PptxGenJS</dc:creator>
  <cp:lastModifiedBy>PptxGenJS</cp:lastModifiedBy>
  <cp:revision>1</cp:revision>
  <dcterms:created xsi:type="dcterms:W3CDTF">2026-06-15T00:05:13Z</dcterms:created>
  <dcterms:modified xsi:type="dcterms:W3CDTF">2026-06-15T00:05:13Z</dcterms:modified>
</cp:coreProperties>
</file>